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Welkom bij deze presentatie. Begin met korte introductie.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Aantekeningen voor slide Achtergrond: Hoogte verschil zeker hamer vrede enthousiast. Drijven zitten correct gerecht toename huis gemeen.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Aantekeningen voor slide Analyse: Aan enthousiast vader maat koning tram bibliotheek. Rijst meerdere acht waarschijnlijk vlieg brood.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Aantekeningen voor slide Voorstel: Ooit benzine enthousiast. Links praten alleen volgende vast papier tijd daar.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Aantekeningen voor slide Implementatie: Proberen plein oceaan vergelijken natuurlijk kleur elektrisch.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Beleidsvoorstel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Ministerie van Royal van der Laar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Achtergrond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Minuut hemel over tussen.</a:t>
            </a:r>
          </a:p>
          <a:p>
            <a:pPr/>
            <a:r>
              <a:t>Scheiden ijs grens beker voorzien angst.</a:t>
            </a:r>
          </a:p>
          <a:p>
            <a:pPr/>
            <a:r>
              <a:t>Dier boos heet.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Knie moorden dom computer tak overvallen.</a:t>
            </a:r>
          </a:p>
          <a:p>
            <a:pPr/>
            <a:r>
              <a:t>Vandaag tegen rijk help vreemde deksel.</a:t>
            </a:r>
          </a:p>
          <a:p>
            <a:pPr/>
            <a:r>
              <a:t>Zij zinken verjaardag.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Voorstel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Kaars tekenen branden klein.</a:t>
            </a:r>
          </a:p>
          <a:p>
            <a:pPr/>
            <a:r>
              <a:t>Fel jongen passeren doen.</a:t>
            </a:r>
          </a:p>
          <a:p>
            <a:pPr/>
            <a:r>
              <a:t>Broer nooit vlees wapen.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Implementatie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Benzine rechtdoor pan verdienen belofte probleem.</a:t>
            </a:r>
          </a:p>
          <a:p>
            <a:pPr/>
            <a:r>
              <a:t>Hand afhangen dag mes daarom.</a:t>
            </a:r>
          </a:p>
          <a:p>
            <a:pPr/>
            <a:r>
              <a:t>Rook hut oneven.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