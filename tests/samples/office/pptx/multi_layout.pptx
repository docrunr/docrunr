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Layout: Titel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Layout: Titel en Inhoud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Layout: Alleen Titel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